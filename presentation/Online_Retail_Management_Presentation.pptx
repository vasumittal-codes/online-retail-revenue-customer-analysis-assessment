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01 | BUSINESS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Where is revenue concentrated - and where should management focus?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The analysis looks at four practical questions: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191109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When does demand peak, and what should we plan around?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55117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Which markets and customers carry the business?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9125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0896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Where is customer retention weakest?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83133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How much revenue leaks through cancellations?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63840" y="141732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240">
            <a:solidFill>
              <a:srgbClr val="DC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Management question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240280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How do we protect the revenue we already have while making the next growth move more targeted?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02 | DATA &amp;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Data &amp;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UCI Machine Learning Repository - Online Retail II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6642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1,067,371 raw transaction rows | 8 fields | 01-Dec-2009 to 09-Dec-2011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Deduplicate → separate cancellations → remove service/test codes → enforce positive quantity/price → create SalesValue → segment customers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Revenue trend • country mix • product concentration • RFM • cohort retention • returns • Pareto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160520"/>
            <a:ext cx="10607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</a:rPr>
              <a:t>Important caveat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436168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December 2011 is only a partial month, and missing Customer IDs are not usable for customer-level analysis.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80644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Source: https://archive.ics.uci.edu/dataset/502/online+retail+ii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03 | KEY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Four findings management should remember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331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007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85.5%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UK revenue share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331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007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£1.45M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Nov-2011 peak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2331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007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69.2%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240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Revenue from Champions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23960" y="1417320"/>
            <a:ext cx="2331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7007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21%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61120" y="2240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Average month-1 repeat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The story is not “sales are low”. The story is concentration: in market, customers and timing.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7085"/>
                </a:solidFill>
              </a:rPr>
              <a:t>Returns are ~3.65% of revenue, which makes targeted SKU/process fixes more sensible than a blanket policy change.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04 |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Deep dive: a small customer core drives most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pic>
        <p:nvPicPr>
          <p:cNvPr id="5" name="Image 0" descr="/mnt/data/assessment_submission/assets/rfm_revenue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577840" cy="3291840"/>
          </a:xfrm>
          <a:prstGeom prst="rect">
            <a:avLst/>
          </a:prstGeom>
        </p:spPr>
      </p:pic>
      <p:pic>
        <p:nvPicPr>
          <p:cNvPr id="6" name="Image 1" descr="/mnt/data/assessment_submission/assets/pare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34440"/>
            <a:ext cx="5212080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4892040"/>
            <a:ext cx="10378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97280" y="514807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Champions = 25.2% of customers but 69.2% of revenue. Top ~23% of identified customers generate ~80% of revenue.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05 |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Three actions, in priority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0607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5597"/>
                </a:solidFill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417320" y="1399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Protect high-value customers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1399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Champions + Loyal are ~46% of customers and ~83% of revenue.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1527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CRM / Customer Success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0607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5597"/>
                </a:solidFill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Win back proven buyers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9535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At Risk is 14.1% of customers and 9.3% of identified-customer revenue.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3081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CRM / Marketing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10607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5597"/>
                </a:solidFill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417320" y="45079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Improve the second purchase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45079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Month-1 repeat is ~21%; use a structured post-purchase journey and peak-season readiness.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4636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Marketing / Merchandising / Ops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06 | EXPECTED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What success would look like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Measure the recommendations as operating experiments, not one-off ideas.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</a:rPr>
              <a:t>Retention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30-day second-order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Repeat rate / revenue per customer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</a:rPr>
              <a:t>Win-back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35915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Reactivation 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Incremental revenue / offer cost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</a:rPr>
              <a:t>Seasonality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95935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November revenue + readiness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Stock-outs / cancellations during peak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4290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630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</a:rPr>
              <a:t>Returns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95935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Return revenue rate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42976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Rate by SKU + process reason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257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The goal is not just to “increase sales”. It is to improve the quality and durability of revenue.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5597"/>
                </a:solidFill>
              </a:rPr>
              <a:t>07 | CAUTION &amp;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Limitations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</a:rPr>
              <a:t>Online Retail II | Data Analyst Assessment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40817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The final month is partial, so end-of-period comparisons need care.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09397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About 22.6% of the clean sales snapshot has no CustomerID, limiting customer analytics.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277977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There is no marketing cost, acquisition channel or product margin, so CAC/ROAS/true contribution margin cannot be calculated.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465576"/>
            <a:ext cx="73152" cy="731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The data supports patterns and prioritization, not causal claims.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10241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62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</a:rPr>
              <a:t>Next step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43159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Join customer/order data with campaign cost, margin, product return reason and channel data; then test the three recommendations as measurable experiments.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Student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&amp; Customer Health</dc:title>
  <dc:subject>Online Retail II Management Analysis</dc:subject>
  <dc:creator>Data Analyst Assessment</dc:creator>
  <cp:lastModifiedBy>Data Analyst Assessment</cp:lastModifiedBy>
  <cp:revision>1</cp:revision>
  <dcterms:created xsi:type="dcterms:W3CDTF">2026-09-11T09:15:23Z</dcterms:created>
  <dcterms:modified xsi:type="dcterms:W3CDTF">2026-09-11T09:15:23Z</dcterms:modified>
</cp:coreProperties>
</file>